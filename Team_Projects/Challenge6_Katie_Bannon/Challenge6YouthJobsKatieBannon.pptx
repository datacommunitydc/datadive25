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C14871-7687-4657-8878-AE78002563CA}" v="258" dt="2025-12-03T22:23:11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62" d="100"/>
          <a:sy n="62" d="100"/>
        </p:scale>
        <p:origin x="825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ie Bannon" userId="f1af346b-6988-487d-8bbb-02a568a27139" providerId="ADAL" clId="{6353A365-AD90-46D8-9012-B79D443B8BB5}"/>
    <pc:docChg chg="undo custSel modSld">
      <pc:chgData name="Katie Bannon" userId="f1af346b-6988-487d-8bbb-02a568a27139" providerId="ADAL" clId="{6353A365-AD90-46D8-9012-B79D443B8BB5}" dt="2025-12-03T22:23:11.594" v="1005" actId="20577"/>
      <pc:docMkLst>
        <pc:docMk/>
      </pc:docMkLst>
      <pc:sldChg chg="addSp delSp modSp mod">
        <pc:chgData name="Katie Bannon" userId="f1af346b-6988-487d-8bbb-02a568a27139" providerId="ADAL" clId="{6353A365-AD90-46D8-9012-B79D443B8BB5}" dt="2025-12-03T22:23:11.594" v="1005" actId="20577"/>
        <pc:sldMkLst>
          <pc:docMk/>
          <pc:sldMk cId="461021310" sldId="256"/>
        </pc:sldMkLst>
        <pc:spChg chg="add del mod">
          <ac:chgData name="Katie Bannon" userId="f1af346b-6988-487d-8bbb-02a568a27139" providerId="ADAL" clId="{6353A365-AD90-46D8-9012-B79D443B8BB5}" dt="2025-12-03T21:55:40.643" v="151" actId="478"/>
          <ac:spMkLst>
            <pc:docMk/>
            <pc:sldMk cId="461021310" sldId="256"/>
            <ac:spMk id="8" creationId="{8793233D-8B13-57BC-F5A1-6F53AB606763}"/>
          </ac:spMkLst>
        </pc:spChg>
        <pc:spChg chg="add del mod">
          <ac:chgData name="Katie Bannon" userId="f1af346b-6988-487d-8bbb-02a568a27139" providerId="ADAL" clId="{6353A365-AD90-46D8-9012-B79D443B8BB5}" dt="2025-12-03T21:53:11.655" v="143" actId="478"/>
          <ac:spMkLst>
            <pc:docMk/>
            <pc:sldMk cId="461021310" sldId="256"/>
            <ac:spMk id="10" creationId="{12C3FA95-EF69-BF3E-EF07-48B17201BCAD}"/>
          </ac:spMkLst>
        </pc:spChg>
        <pc:spChg chg="add mod">
          <ac:chgData name="Katie Bannon" userId="f1af346b-6988-487d-8bbb-02a568a27139" providerId="ADAL" clId="{6353A365-AD90-46D8-9012-B79D443B8BB5}" dt="2025-12-03T21:56:14.577" v="163" actId="14100"/>
          <ac:spMkLst>
            <pc:docMk/>
            <pc:sldMk cId="461021310" sldId="256"/>
            <ac:spMk id="15" creationId="{2C0E58BE-F16B-AB29-5E7C-B4936C10046A}"/>
          </ac:spMkLst>
        </pc:spChg>
        <pc:spChg chg="add mod">
          <ac:chgData name="Katie Bannon" userId="f1af346b-6988-487d-8bbb-02a568a27139" providerId="ADAL" clId="{6353A365-AD90-46D8-9012-B79D443B8BB5}" dt="2025-12-03T21:56:29.353" v="170" actId="1076"/>
          <ac:spMkLst>
            <pc:docMk/>
            <pc:sldMk cId="461021310" sldId="256"/>
            <ac:spMk id="16" creationId="{4206EEB0-932B-8137-0C8D-9533B344E1D8}"/>
          </ac:spMkLst>
        </pc:spChg>
        <pc:spChg chg="add mod">
          <ac:chgData name="Katie Bannon" userId="f1af346b-6988-487d-8bbb-02a568a27139" providerId="ADAL" clId="{6353A365-AD90-46D8-9012-B79D443B8BB5}" dt="2025-12-03T21:56:42.031" v="177" actId="14100"/>
          <ac:spMkLst>
            <pc:docMk/>
            <pc:sldMk cId="461021310" sldId="256"/>
            <ac:spMk id="17" creationId="{8B0378B4-DD21-2BCD-DE72-A7830100703F}"/>
          </ac:spMkLst>
        </pc:spChg>
        <pc:spChg chg="add mod">
          <ac:chgData name="Katie Bannon" userId="f1af346b-6988-487d-8bbb-02a568a27139" providerId="ADAL" clId="{6353A365-AD90-46D8-9012-B79D443B8BB5}" dt="2025-12-03T21:59:12.323" v="248" actId="1076"/>
          <ac:spMkLst>
            <pc:docMk/>
            <pc:sldMk cId="461021310" sldId="256"/>
            <ac:spMk id="19" creationId="{0708A508-02CC-2281-58ED-0960A090661B}"/>
          </ac:spMkLst>
        </pc:spChg>
        <pc:spChg chg="add mod">
          <ac:chgData name="Katie Bannon" userId="f1af346b-6988-487d-8bbb-02a568a27139" providerId="ADAL" clId="{6353A365-AD90-46D8-9012-B79D443B8BB5}" dt="2025-12-03T22:04:24.482" v="321" actId="1076"/>
          <ac:spMkLst>
            <pc:docMk/>
            <pc:sldMk cId="461021310" sldId="256"/>
            <ac:spMk id="20" creationId="{2C150FCF-342B-BD30-74E7-60E8A1D778ED}"/>
          </ac:spMkLst>
        </pc:spChg>
        <pc:spChg chg="add mod">
          <ac:chgData name="Katie Bannon" userId="f1af346b-6988-487d-8bbb-02a568a27139" providerId="ADAL" clId="{6353A365-AD90-46D8-9012-B79D443B8BB5}" dt="2025-12-03T22:05:48.312" v="334" actId="20577"/>
          <ac:spMkLst>
            <pc:docMk/>
            <pc:sldMk cId="461021310" sldId="256"/>
            <ac:spMk id="24" creationId="{E3AACC73-0AFD-66C9-501B-2E526FFFA71D}"/>
          </ac:spMkLst>
        </pc:spChg>
        <pc:spChg chg="add mod">
          <ac:chgData name="Katie Bannon" userId="f1af346b-6988-487d-8bbb-02a568a27139" providerId="ADAL" clId="{6353A365-AD90-46D8-9012-B79D443B8BB5}" dt="2025-12-03T22:10:34.493" v="390" actId="1076"/>
          <ac:spMkLst>
            <pc:docMk/>
            <pc:sldMk cId="461021310" sldId="256"/>
            <ac:spMk id="26" creationId="{EDE9E766-45C9-4DE0-3ED8-C89F55539A22}"/>
          </ac:spMkLst>
        </pc:spChg>
        <pc:spChg chg="add mod">
          <ac:chgData name="Katie Bannon" userId="f1af346b-6988-487d-8bbb-02a568a27139" providerId="ADAL" clId="{6353A365-AD90-46D8-9012-B79D443B8BB5}" dt="2025-12-03T22:07:11.355" v="363" actId="207"/>
          <ac:spMkLst>
            <pc:docMk/>
            <pc:sldMk cId="461021310" sldId="256"/>
            <ac:spMk id="27" creationId="{1E100D57-D6B5-ABC1-FB63-F33B52B53EC0}"/>
          </ac:spMkLst>
        </pc:spChg>
        <pc:spChg chg="add del mod">
          <ac:chgData name="Katie Bannon" userId="f1af346b-6988-487d-8bbb-02a568a27139" providerId="ADAL" clId="{6353A365-AD90-46D8-9012-B79D443B8BB5}" dt="2025-12-03T22:15:12.599" v="467" actId="478"/>
          <ac:spMkLst>
            <pc:docMk/>
            <pc:sldMk cId="461021310" sldId="256"/>
            <ac:spMk id="33" creationId="{5F23519C-6FD7-837E-BCA2-8EF94E689290}"/>
          </ac:spMkLst>
        </pc:spChg>
        <pc:spChg chg="add mod">
          <ac:chgData name="Katie Bannon" userId="f1af346b-6988-487d-8bbb-02a568a27139" providerId="ADAL" clId="{6353A365-AD90-46D8-9012-B79D443B8BB5}" dt="2025-12-03T22:14:52.621" v="460" actId="1076"/>
          <ac:spMkLst>
            <pc:docMk/>
            <pc:sldMk cId="461021310" sldId="256"/>
            <ac:spMk id="34" creationId="{99847FAA-DF29-340B-327C-1AB8084523E9}"/>
          </ac:spMkLst>
        </pc:spChg>
        <pc:spChg chg="add mod">
          <ac:chgData name="Katie Bannon" userId="f1af346b-6988-487d-8bbb-02a568a27139" providerId="ADAL" clId="{6353A365-AD90-46D8-9012-B79D443B8BB5}" dt="2025-12-03T22:15:18.300" v="468" actId="1076"/>
          <ac:spMkLst>
            <pc:docMk/>
            <pc:sldMk cId="461021310" sldId="256"/>
            <ac:spMk id="38" creationId="{A07256E3-59F7-7AFD-E2C6-722618F04EB7}"/>
          </ac:spMkLst>
        </pc:spChg>
        <pc:spChg chg="add mod">
          <ac:chgData name="Katie Bannon" userId="f1af346b-6988-487d-8bbb-02a568a27139" providerId="ADAL" clId="{6353A365-AD90-46D8-9012-B79D443B8BB5}" dt="2025-12-03T22:15:32.653" v="471"/>
          <ac:spMkLst>
            <pc:docMk/>
            <pc:sldMk cId="461021310" sldId="256"/>
            <ac:spMk id="40" creationId="{029AF79A-4794-D5FF-73AF-26AE0593E91E}"/>
          </ac:spMkLst>
        </pc:spChg>
        <pc:spChg chg="add mod">
          <ac:chgData name="Katie Bannon" userId="f1af346b-6988-487d-8bbb-02a568a27139" providerId="ADAL" clId="{6353A365-AD90-46D8-9012-B79D443B8BB5}" dt="2025-12-03T22:16:03.641" v="507" actId="14100"/>
          <ac:spMkLst>
            <pc:docMk/>
            <pc:sldMk cId="461021310" sldId="256"/>
            <ac:spMk id="41" creationId="{3D416342-C315-AA3C-4797-594718526E86}"/>
          </ac:spMkLst>
        </pc:spChg>
        <pc:spChg chg="add mod">
          <ac:chgData name="Katie Bannon" userId="f1af346b-6988-487d-8bbb-02a568a27139" providerId="ADAL" clId="{6353A365-AD90-46D8-9012-B79D443B8BB5}" dt="2025-12-03T22:18:18.290" v="548" actId="1076"/>
          <ac:spMkLst>
            <pc:docMk/>
            <pc:sldMk cId="461021310" sldId="256"/>
            <ac:spMk id="42" creationId="{3F6B9363-8E4C-3CC4-207B-8F6BC977C7E9}"/>
          </ac:spMkLst>
        </pc:spChg>
        <pc:spChg chg="add mod">
          <ac:chgData name="Katie Bannon" userId="f1af346b-6988-487d-8bbb-02a568a27139" providerId="ADAL" clId="{6353A365-AD90-46D8-9012-B79D443B8BB5}" dt="2025-12-03T22:17:20.612" v="544" actId="14100"/>
          <ac:spMkLst>
            <pc:docMk/>
            <pc:sldMk cId="461021310" sldId="256"/>
            <ac:spMk id="43" creationId="{15812C1E-509F-DC91-ADC0-4BCC3BA3F512}"/>
          </ac:spMkLst>
        </pc:spChg>
        <pc:spChg chg="add mod">
          <ac:chgData name="Katie Bannon" userId="f1af346b-6988-487d-8bbb-02a568a27139" providerId="ADAL" clId="{6353A365-AD90-46D8-9012-B79D443B8BB5}" dt="2025-12-03T22:17:16.707" v="543" actId="1076"/>
          <ac:spMkLst>
            <pc:docMk/>
            <pc:sldMk cId="461021310" sldId="256"/>
            <ac:spMk id="45" creationId="{A3B70F63-99E8-ABE6-B018-AFBFE0000E18}"/>
          </ac:spMkLst>
        </pc:spChg>
        <pc:graphicFrameChg chg="add del mod modGraphic">
          <ac:chgData name="Katie Bannon" userId="f1af346b-6988-487d-8bbb-02a568a27139" providerId="ADAL" clId="{6353A365-AD90-46D8-9012-B79D443B8BB5}" dt="2025-12-03T21:43:10.511" v="24" actId="478"/>
          <ac:graphicFrameMkLst>
            <pc:docMk/>
            <pc:sldMk cId="461021310" sldId="256"/>
            <ac:graphicFrameMk id="4" creationId="{95A84725-5E08-2CA8-4A0B-FC08EC737EB4}"/>
          </ac:graphicFrameMkLst>
        </pc:graphicFrameChg>
        <pc:graphicFrameChg chg="add mod">
          <ac:chgData name="Katie Bannon" userId="f1af346b-6988-487d-8bbb-02a568a27139" providerId="ADAL" clId="{6353A365-AD90-46D8-9012-B79D443B8BB5}" dt="2025-12-03T22:11:26.408" v="400"/>
          <ac:graphicFrameMkLst>
            <pc:docMk/>
            <pc:sldMk cId="461021310" sldId="256"/>
            <ac:graphicFrameMk id="7" creationId="{BDC84D86-3461-B8F2-7CF1-F7228002FA75}"/>
          </ac:graphicFrameMkLst>
        </pc:graphicFrameChg>
        <pc:graphicFrameChg chg="add mod">
          <ac:chgData name="Katie Bannon" userId="f1af346b-6988-487d-8bbb-02a568a27139" providerId="ADAL" clId="{6353A365-AD90-46D8-9012-B79D443B8BB5}" dt="2025-12-03T21:46:10.641" v="66"/>
          <ac:graphicFrameMkLst>
            <pc:docMk/>
            <pc:sldMk cId="461021310" sldId="256"/>
            <ac:graphicFrameMk id="9" creationId="{7D9FD59B-BB89-3997-6487-CA66ACF2D1FD}"/>
          </ac:graphicFrameMkLst>
        </pc:graphicFrameChg>
        <pc:graphicFrameChg chg="add mod">
          <ac:chgData name="Katie Bannon" userId="f1af346b-6988-487d-8bbb-02a568a27139" providerId="ADAL" clId="{6353A365-AD90-46D8-9012-B79D443B8BB5}" dt="2025-12-03T21:59:45.766" v="250" actId="14100"/>
          <ac:graphicFrameMkLst>
            <pc:docMk/>
            <pc:sldMk cId="461021310" sldId="256"/>
            <ac:graphicFrameMk id="13" creationId="{D0CE1B96-9D82-E9C8-D1BC-D1C7B6500846}"/>
          </ac:graphicFrameMkLst>
        </pc:graphicFrameChg>
        <pc:graphicFrameChg chg="add mod">
          <ac:chgData name="Katie Bannon" userId="f1af346b-6988-487d-8bbb-02a568a27139" providerId="ADAL" clId="{6353A365-AD90-46D8-9012-B79D443B8BB5}" dt="2025-12-03T21:50:27.122" v="105"/>
          <ac:graphicFrameMkLst>
            <pc:docMk/>
            <pc:sldMk cId="461021310" sldId="256"/>
            <ac:graphicFrameMk id="14" creationId="{B46A71BC-AAE3-B7F6-E7EE-E5FC177EB649}"/>
          </ac:graphicFrameMkLst>
        </pc:graphicFrameChg>
        <pc:graphicFrameChg chg="add mod">
          <ac:chgData name="Katie Bannon" userId="f1af346b-6988-487d-8bbb-02a568a27139" providerId="ADAL" clId="{6353A365-AD90-46D8-9012-B79D443B8BB5}" dt="2025-12-03T21:57:04.686" v="186"/>
          <ac:graphicFrameMkLst>
            <pc:docMk/>
            <pc:sldMk cId="461021310" sldId="256"/>
            <ac:graphicFrameMk id="18" creationId="{46E4C19B-FBAD-0C28-37C8-8853FFF7F3EC}"/>
          </ac:graphicFrameMkLst>
        </pc:graphicFrameChg>
        <pc:graphicFrameChg chg="add mod">
          <ac:chgData name="Katie Bannon" userId="f1af346b-6988-487d-8bbb-02a568a27139" providerId="ADAL" clId="{6353A365-AD90-46D8-9012-B79D443B8BB5}" dt="2025-12-03T22:15:36.037" v="473" actId="1076"/>
          <ac:graphicFrameMkLst>
            <pc:docMk/>
            <pc:sldMk cId="461021310" sldId="256"/>
            <ac:graphicFrameMk id="23" creationId="{5ACDCCCF-6594-F98C-2983-2A2E5A84D28D}"/>
          </ac:graphicFrameMkLst>
        </pc:graphicFrameChg>
        <pc:graphicFrameChg chg="add del mod">
          <ac:chgData name="Katie Bannon" userId="f1af346b-6988-487d-8bbb-02a568a27139" providerId="ADAL" clId="{6353A365-AD90-46D8-9012-B79D443B8BB5}" dt="2025-12-03T22:06:11.168" v="336" actId="478"/>
          <ac:graphicFrameMkLst>
            <pc:docMk/>
            <pc:sldMk cId="461021310" sldId="256"/>
            <ac:graphicFrameMk id="25" creationId="{2393A0F7-E7CF-07DE-E126-DD5BF1787042}"/>
          </ac:graphicFrameMkLst>
        </pc:graphicFrameChg>
        <pc:graphicFrameChg chg="add del mod">
          <ac:chgData name="Katie Bannon" userId="f1af346b-6988-487d-8bbb-02a568a27139" providerId="ADAL" clId="{6353A365-AD90-46D8-9012-B79D443B8BB5}" dt="2025-12-03T22:07:53.961" v="367" actId="478"/>
          <ac:graphicFrameMkLst>
            <pc:docMk/>
            <pc:sldMk cId="461021310" sldId="256"/>
            <ac:graphicFrameMk id="28" creationId="{D718ED4D-DE78-1590-895F-38C98B49AE5A}"/>
          </ac:graphicFrameMkLst>
        </pc:graphicFrameChg>
        <pc:graphicFrameChg chg="add del mod">
          <ac:chgData name="Katie Bannon" userId="f1af346b-6988-487d-8bbb-02a568a27139" providerId="ADAL" clId="{6353A365-AD90-46D8-9012-B79D443B8BB5}" dt="2025-12-03T22:13:24.495" v="442" actId="478"/>
          <ac:graphicFrameMkLst>
            <pc:docMk/>
            <pc:sldMk cId="461021310" sldId="256"/>
            <ac:graphicFrameMk id="31" creationId="{399E3671-FBB7-8860-29E8-E4800E812DDB}"/>
          </ac:graphicFrameMkLst>
        </pc:graphicFrameChg>
        <pc:graphicFrameChg chg="add mod">
          <ac:chgData name="Katie Bannon" userId="f1af346b-6988-487d-8bbb-02a568a27139" providerId="ADAL" clId="{6353A365-AD90-46D8-9012-B79D443B8BB5}" dt="2025-12-03T22:11:21.142" v="399"/>
          <ac:graphicFrameMkLst>
            <pc:docMk/>
            <pc:sldMk cId="461021310" sldId="256"/>
            <ac:graphicFrameMk id="32" creationId="{0FBA13FC-4E24-8537-AD7A-CF5A922BEE1A}"/>
          </ac:graphicFrameMkLst>
        </pc:graphicFrameChg>
        <pc:graphicFrameChg chg="add mod">
          <ac:chgData name="Katie Bannon" userId="f1af346b-6988-487d-8bbb-02a568a27139" providerId="ADAL" clId="{6353A365-AD90-46D8-9012-B79D443B8BB5}" dt="2025-12-03T22:23:11.594" v="1005" actId="20577"/>
          <ac:graphicFrameMkLst>
            <pc:docMk/>
            <pc:sldMk cId="461021310" sldId="256"/>
            <ac:graphicFrameMk id="37" creationId="{1C621B22-D1C9-AE38-69B1-73D300BEB7BB}"/>
          </ac:graphicFrameMkLst>
        </pc:graphicFrameChg>
        <pc:graphicFrameChg chg="add mod">
          <ac:chgData name="Katie Bannon" userId="f1af346b-6988-487d-8bbb-02a568a27139" providerId="ADAL" clId="{6353A365-AD90-46D8-9012-B79D443B8BB5}" dt="2025-12-03T22:15:25.123" v="470"/>
          <ac:graphicFrameMkLst>
            <pc:docMk/>
            <pc:sldMk cId="461021310" sldId="256"/>
            <ac:graphicFrameMk id="39" creationId="{9260AA0E-F0AC-C734-094E-69ED60F51A07}"/>
          </ac:graphicFrameMkLst>
        </pc:graphicFrameChg>
        <pc:graphicFrameChg chg="add mod">
          <ac:chgData name="Katie Bannon" userId="f1af346b-6988-487d-8bbb-02a568a27139" providerId="ADAL" clId="{6353A365-AD90-46D8-9012-B79D443B8BB5}" dt="2025-12-03T22:17:05.764" v="541"/>
          <ac:graphicFrameMkLst>
            <pc:docMk/>
            <pc:sldMk cId="461021310" sldId="256"/>
            <ac:graphicFrameMk id="44" creationId="{BE3A376A-8817-62AD-6D8B-F289CDA3C63A}"/>
          </ac:graphicFrameMkLst>
        </pc:graphicFrameChg>
      </pc:sldChg>
      <pc:sldChg chg="addSp delSp modSp mod">
        <pc:chgData name="Katie Bannon" userId="f1af346b-6988-487d-8bbb-02a568a27139" providerId="ADAL" clId="{6353A365-AD90-46D8-9012-B79D443B8BB5}" dt="2025-12-03T22:20:49.166" v="851" actId="207"/>
        <pc:sldMkLst>
          <pc:docMk/>
          <pc:sldMk cId="1250636736" sldId="257"/>
        </pc:sldMkLst>
        <pc:spChg chg="mod">
          <ac:chgData name="Katie Bannon" userId="f1af346b-6988-487d-8bbb-02a568a27139" providerId="ADAL" clId="{6353A365-AD90-46D8-9012-B79D443B8BB5}" dt="2025-12-03T22:18:42.397" v="552" actId="113"/>
          <ac:spMkLst>
            <pc:docMk/>
            <pc:sldMk cId="1250636736" sldId="257"/>
            <ac:spMk id="2" creationId="{468CF6D3-5CA8-D8D8-0FEB-D677E8F1BFB7}"/>
          </ac:spMkLst>
        </pc:spChg>
        <pc:spChg chg="del mod">
          <ac:chgData name="Katie Bannon" userId="f1af346b-6988-487d-8bbb-02a568a27139" providerId="ADAL" clId="{6353A365-AD90-46D8-9012-B79D443B8BB5}" dt="2025-12-03T22:18:47.738" v="553" actId="478"/>
          <ac:spMkLst>
            <pc:docMk/>
            <pc:sldMk cId="1250636736" sldId="257"/>
            <ac:spMk id="3" creationId="{F7A3DF01-DAD0-36E0-CD69-DC12EF265239}"/>
          </ac:spMkLst>
        </pc:spChg>
        <pc:spChg chg="add mod">
          <ac:chgData name="Katie Bannon" userId="f1af346b-6988-487d-8bbb-02a568a27139" providerId="ADAL" clId="{6353A365-AD90-46D8-9012-B79D443B8BB5}" dt="2025-12-03T22:20:49.166" v="851" actId="207"/>
          <ac:spMkLst>
            <pc:docMk/>
            <pc:sldMk cId="1250636736" sldId="257"/>
            <ac:spMk id="4" creationId="{BB8C811D-D8D4-0786-31E3-B9356B8699D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GDP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9AA7-46F5-B284-2AE63FBB309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AA7-46F5-B284-2AE63FBB30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AA7-46F5-B284-2AE63FBB309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9AA7-46F5-B284-2AE63FBB3096}"/>
              </c:ext>
            </c:extLst>
          </c:dPt>
          <c:dLbls>
            <c:dLbl>
              <c:idx val="0"/>
              <c:layout>
                <c:manualLayout>
                  <c:x val="-1.5313718526383379E-3"/>
                  <c:y val="4.907595882459067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3CBA539C-12F8-4FED-ACDE-3DEDD0D4FA51}" type="CATEGORYNAME">
                      <a:rPr lang="en-US" sz="1600"/>
                      <a:pPr>
                        <a:defRPr/>
                      </a:pPr>
                      <a:t>[CATEGORY NAME]</a:t>
                    </a:fld>
                    <a:r>
                      <a:rPr lang="en-US" sz="1600" baseline="0" dirty="0"/>
                      <a:t>, </a:t>
                    </a:r>
                    <a:fld id="{BB02BA6C-0E83-4FCF-86DD-CB5ECFB143AA}" type="VALUE">
                      <a:rPr lang="en-US" sz="1600" baseline="0" smtClean="0"/>
                      <a:pPr>
                        <a:defRPr/>
                      </a:pPr>
                      <a:t>[VALUE]</a:t>
                    </a:fld>
                    <a:r>
                      <a:rPr lang="en-US" sz="1600" baseline="0" dirty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662950273187168"/>
                      <c:h val="0.1815325632225734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9AA7-46F5-B284-2AE63FBB3096}"/>
                </c:ext>
              </c:extLst>
            </c:dLbl>
            <c:dLbl>
              <c:idx val="1"/>
              <c:layout>
                <c:manualLayout>
                  <c:x val="4.8259020292739208E-2"/>
                  <c:y val="-0.1898605367671317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D292599-C796-46CF-A498-BADB8B0AC0B6}" type="CATEGORYNAME">
                      <a:rPr lang="en-US" sz="1600" smtClean="0"/>
                      <a:pPr>
                        <a:defRPr/>
                      </a:pPr>
                      <a:t>[CATEGORY NAME]</a:t>
                    </a:fld>
                    <a:r>
                      <a:rPr lang="en-US" sz="1600" baseline="0" dirty="0"/>
                      <a:t> </a:t>
                    </a:r>
                    <a:fld id="{9E7AED32-877C-45F6-AF47-7CBDFBD3BD82}" type="VALUE">
                      <a:rPr lang="en-US" sz="1600" baseline="0" smtClean="0"/>
                      <a:pPr>
                        <a:defRPr/>
                      </a:pPr>
                      <a:t>[VALUE]</a:t>
                    </a:fld>
                    <a:r>
                      <a:rPr lang="en-US" sz="1600" baseline="0" dirty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79991680933396"/>
                      <c:h val="0.1815325632225734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AA7-46F5-B284-2AE63FBB309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AA7-46F5-B284-2AE63FBB309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9AA7-46F5-B284-2AE63FBB3096}"/>
                </c:ext>
              </c:extLst>
            </c:dLbl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Labor</c:v>
                </c:pt>
                <c:pt idx="1">
                  <c:v>Capital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A7-46F5-B284-2AE63FBB309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Jobs 2034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Jobs 2034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3"/>
                <c:pt idx="0">
                  <c:v>Existing</c:v>
                </c:pt>
                <c:pt idx="1">
                  <c:v>New</c:v>
                </c:pt>
                <c:pt idx="2">
                  <c:v>Gap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3700</c:v>
                </c:pt>
                <c:pt idx="1">
                  <c:v>420</c:v>
                </c:pt>
                <c:pt idx="2">
                  <c:v>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87-49C3-8933-AF82D0148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Jobs Increase 25%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Jobs Increase 25%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2"/>
                <c:pt idx="0">
                  <c:v>Existing</c:v>
                </c:pt>
                <c:pt idx="1">
                  <c:v>New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4625</c:v>
                </c:pt>
                <c:pt idx="1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B2-47C2-A00A-89DEAA02DF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baseline="0" dirty="0"/>
              <a:t>Fund by Shifting GDP Allocation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New 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3"/>
                <c:pt idx="0">
                  <c:v>Labor</c:v>
                </c:pt>
                <c:pt idx="1">
                  <c:v>Capital </c:v>
                </c:pt>
                <c:pt idx="2">
                  <c:v>Labor's Capital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0.55000000000000004</c:v>
                </c:pt>
                <c:pt idx="1">
                  <c:v>0.3</c:v>
                </c:pt>
                <c:pt idx="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F4-4D04-8C34-E1A19B65F8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4174C-8A46-5527-F111-40E1F13AA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3078B-E285-CCD8-3AFD-89A71BC11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8B3C2-C9C2-70A1-376C-50D77C3B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D91C-8CEF-45E0-893A-06FD8CE6978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5FB1C-3C26-085B-E7BE-84EBEC42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93BC2-080A-FF36-2CC5-C0517B68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E8C00-5D4F-46D4-B802-2F624B9EF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3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C34B6-E93E-3083-A677-153E4044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F5A43-E9D8-F0CC-F292-BF72CDDC9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4A998-A665-2CBB-7C36-E88CAAF74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D91C-8CEF-45E0-893A-06FD8CE6978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CF5A-BAD7-C086-72CB-73145BB3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0A0A9-AD9A-F1E5-8B3A-85363EBAF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E8C00-5D4F-46D4-B802-2F624B9EF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1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6507-E21C-FD6B-EC39-9D94BE84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5A274-D8ED-E612-863A-0712DC128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8F597-4ED6-A007-16D0-7A9DD5A0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D91C-8CEF-45E0-893A-06FD8CE6978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26001-67F6-35C2-7FCC-D9735A8D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3B1E1-B91E-0345-CD26-63098FFE3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E8C00-5D4F-46D4-B802-2F624B9EF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92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D822-25BC-60DF-3B0F-658BE3FF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EE025-6FA4-B150-7D10-1430F9240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67308-B18C-34C6-2FBF-D598685FB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9AD12-E1FF-BC7C-8ACA-1D76F983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D91C-8CEF-45E0-893A-06FD8CE6978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3F21F-E175-01B3-280A-FBBC0C0A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EE8B0-A0BE-57EB-A710-B37DD0A66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E8C00-5D4F-46D4-B802-2F624B9EF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1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CEE5-5E2D-C0D0-287C-2FD00CB4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FC5EF-10A9-15C5-4AAF-BACD3E573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B433C-F6D0-3957-807B-D6E5DD677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3BE0FB-DF08-B86B-EF11-E6A8677D5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17C0E-0383-408D-E629-474DDC03B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8EA1E-540E-8683-7E15-FF074FD0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D91C-8CEF-45E0-893A-06FD8CE6978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87010-2543-A831-A83D-7139199C9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BE4FE-04A8-755A-04AE-BC9C845E7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E8C00-5D4F-46D4-B802-2F624B9EF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8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EC68-B0F7-2C97-2AB5-011508EFA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92739-2148-58D1-0D5D-0190DA47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D91C-8CEF-45E0-893A-06FD8CE6978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DE71DD-82A0-1F09-1E88-D3C703E0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339F1-D7DE-7619-7F32-A9345155B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E8C00-5D4F-46D4-B802-2F624B9EF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13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55ED99-B51B-73F6-7F8C-0F90DACE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D91C-8CEF-45E0-893A-06FD8CE6978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EF821-CEB5-96C8-B586-415705E52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53FBB-E992-DF14-DDC5-3D266BF0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E8C00-5D4F-46D4-B802-2F624B9EF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7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4FF1-A241-76D7-9671-0A988B97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FD028-78D6-8C2D-085F-075F9E1D2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6BE04-4AC3-F0EE-AA0D-0EDAA67D3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D3D8E-8D76-F607-6A86-EC6D21F4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D91C-8CEF-45E0-893A-06FD8CE6978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58B4-2934-90A7-FD01-C95A7C1B2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9B5D3-FCE1-B14F-BBC9-73B5C030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E8C00-5D4F-46D4-B802-2F624B9EF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2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70C4-7B22-F872-568C-B118EBD4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6AF68-ACB3-7143-76FB-9843D4A3E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5970A-1D99-3AC1-7468-97A11A895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5795E-B25F-1927-C081-0E668587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D91C-8CEF-45E0-893A-06FD8CE6978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BF8EF-E240-C930-7A5D-E791556D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603A5-7464-41D1-5720-64423CB0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E8C00-5D4F-46D4-B802-2F624B9EF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09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2EBE-18EA-86D4-980C-C70E2BCB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8B27D-14BA-6ADB-6033-1FCB57675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29C39-3F0A-E69D-3C76-3435D515F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D91C-8CEF-45E0-893A-06FD8CE6978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85C82-F37E-E950-069B-BC274358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E4642-A5CB-2FE9-F282-28FDB9F3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E8C00-5D4F-46D4-B802-2F624B9EF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4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2F6F3E-1A38-5A85-33D0-051B946D3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24573-40E8-1B2F-2903-F8001CE33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B2D02-1358-E735-C6A9-3239EBF0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D91C-8CEF-45E0-893A-06FD8CE6978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55954-03F4-29FD-6506-9707AFA5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D49DB-233F-84FE-60B6-D6E4F177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E8C00-5D4F-46D4-B802-2F624B9EF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51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84FE8-F593-CA6D-0B49-28C56A0EC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5986C-4845-EC29-75E0-C8AE3E7EE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BB758-6862-9FED-93D4-913C6D8E4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5D91C-8CEF-45E0-893A-06FD8CE6978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17EE5-C082-53B8-0C64-5329C25CD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8B9A5-C01F-8EDA-0278-555E898D5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E8C00-5D4F-46D4-B802-2F624B9EFB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F82BD-749C-8748-1176-C19F968F29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10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149892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F6D3-5CA8-D8D8-0FEB-D677E8F1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Challenge #6 Youth &amp; Jobs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C811D-D8D4-0786-31E3-B9356B8699D2}"/>
              </a:ext>
            </a:extLst>
          </p:cNvPr>
          <p:cNvSpPr txBox="1"/>
          <p:nvPr/>
        </p:nvSpPr>
        <p:spPr>
          <a:xfrm>
            <a:off x="929768" y="2044005"/>
            <a:ext cx="99431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Fill the youth job gap by shifting to a four day work week, at the same weekly wage to grow jobs by 25%.  </a:t>
            </a:r>
          </a:p>
          <a:p>
            <a:endParaRPr lang="en-US" sz="2800" dirty="0">
              <a:solidFill>
                <a:srgbClr val="0070C0"/>
              </a:solidFill>
            </a:endParaRPr>
          </a:p>
          <a:p>
            <a:r>
              <a:rPr lang="en-US" sz="2800" dirty="0">
                <a:solidFill>
                  <a:srgbClr val="0070C0"/>
                </a:solidFill>
              </a:rPr>
              <a:t>Fund via global and national wealth funds to generate long term labor dividend payments.</a:t>
            </a:r>
          </a:p>
          <a:p>
            <a:endParaRPr lang="en-US" sz="2800" dirty="0">
              <a:solidFill>
                <a:schemeClr val="accent6"/>
              </a:solidFill>
            </a:endParaRPr>
          </a:p>
          <a:p>
            <a:r>
              <a:rPr lang="en-US" sz="2800" dirty="0">
                <a:solidFill>
                  <a:schemeClr val="accent6"/>
                </a:solidFill>
              </a:rPr>
              <a:t> By Katie Bannon</a:t>
            </a:r>
          </a:p>
        </p:txBody>
      </p:sp>
    </p:spTree>
    <p:extLst>
      <p:ext uri="{BB962C8B-B14F-4D97-AF65-F5344CB8AC3E}">
        <p14:creationId xmlns:p14="http://schemas.microsoft.com/office/powerpoint/2010/main" val="1250636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DC84D86-3461-B8F2-7CF1-F7228002F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2756270"/>
              </p:ext>
            </p:extLst>
          </p:nvPr>
        </p:nvGraphicFramePr>
        <p:xfrm>
          <a:off x="145997" y="384887"/>
          <a:ext cx="5394836" cy="2943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0CE1B96-9D82-E9C8-D1BC-D1C7B65008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4168635"/>
              </p:ext>
            </p:extLst>
          </p:nvPr>
        </p:nvGraphicFramePr>
        <p:xfrm>
          <a:off x="6247119" y="207927"/>
          <a:ext cx="4870719" cy="2943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C0E58BE-F16B-AB29-5E7C-B4936C10046A}"/>
              </a:ext>
            </a:extLst>
          </p:cNvPr>
          <p:cNvSpPr txBox="1"/>
          <p:nvPr/>
        </p:nvSpPr>
        <p:spPr>
          <a:xfrm>
            <a:off x="9779213" y="1889220"/>
            <a:ext cx="1892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Existing (3700M)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06EEB0-932B-8137-0C8D-9533B344E1D8}"/>
              </a:ext>
            </a:extLst>
          </p:cNvPr>
          <p:cNvSpPr txBox="1"/>
          <p:nvPr/>
        </p:nvSpPr>
        <p:spPr>
          <a:xfrm>
            <a:off x="6247120" y="1287190"/>
            <a:ext cx="1251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New 420M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0378B4-DD21-2BCD-DE72-A7830100703F}"/>
              </a:ext>
            </a:extLst>
          </p:cNvPr>
          <p:cNvSpPr txBox="1"/>
          <p:nvPr/>
        </p:nvSpPr>
        <p:spPr>
          <a:xfrm>
            <a:off x="6946367" y="629635"/>
            <a:ext cx="1495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Gap 800M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08A508-02CC-2281-58ED-0960A090661B}"/>
              </a:ext>
            </a:extLst>
          </p:cNvPr>
          <p:cNvSpPr txBox="1"/>
          <p:nvPr/>
        </p:nvSpPr>
        <p:spPr>
          <a:xfrm>
            <a:off x="1690487" y="200221"/>
            <a:ext cx="2690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Approximate Share GDP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150FCF-342B-BD30-74E7-60E8A1D778ED}"/>
              </a:ext>
            </a:extLst>
          </p:cNvPr>
          <p:cNvSpPr txBox="1"/>
          <p:nvPr/>
        </p:nvSpPr>
        <p:spPr>
          <a:xfrm>
            <a:off x="3748527" y="2920307"/>
            <a:ext cx="4694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+ Four Day Week at Same Wage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5ACDCCCF-6594-F98C-2983-2A2E5A84D2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0244697"/>
              </p:ext>
            </p:extLst>
          </p:nvPr>
        </p:nvGraphicFramePr>
        <p:xfrm>
          <a:off x="6467291" y="3725494"/>
          <a:ext cx="4980961" cy="2969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3AACC73-0AFD-66C9-501B-2E526FFFA71D}"/>
              </a:ext>
            </a:extLst>
          </p:cNvPr>
          <p:cNvSpPr txBox="1"/>
          <p:nvPr/>
        </p:nvSpPr>
        <p:spPr>
          <a:xfrm>
            <a:off x="10299167" y="4989149"/>
            <a:ext cx="1892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Existing (4625M)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E9E766-45C9-4DE0-3ED8-C89F55539A22}"/>
              </a:ext>
            </a:extLst>
          </p:cNvPr>
          <p:cNvSpPr txBox="1"/>
          <p:nvPr/>
        </p:nvSpPr>
        <p:spPr>
          <a:xfrm>
            <a:off x="7122139" y="4168847"/>
            <a:ext cx="1251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New 500M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100D57-D6B5-ABC1-FB63-F33B52B53EC0}"/>
              </a:ext>
            </a:extLst>
          </p:cNvPr>
          <p:cNvSpPr txBox="1"/>
          <p:nvPr/>
        </p:nvSpPr>
        <p:spPr>
          <a:xfrm>
            <a:off x="10176540" y="5989127"/>
            <a:ext cx="1495506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NO JOBS GAP!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847FAA-DF29-340B-327C-1AB8084523E9}"/>
              </a:ext>
            </a:extLst>
          </p:cNvPr>
          <p:cNvSpPr txBox="1"/>
          <p:nvPr/>
        </p:nvSpPr>
        <p:spPr>
          <a:xfrm>
            <a:off x="300316" y="2513074"/>
            <a:ext cx="1892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Labor’s Capital</a:t>
            </a:r>
          </a:p>
        </p:txBody>
      </p:sp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1C621B22-D1C9-AE38-69B1-73D300BEB7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9862830"/>
              </p:ext>
            </p:extLst>
          </p:nvPr>
        </p:nvGraphicFramePr>
        <p:xfrm>
          <a:off x="257844" y="3667615"/>
          <a:ext cx="5394836" cy="3008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A07256E3-59F7-7AFD-E2C6-722618F04EB7}"/>
              </a:ext>
            </a:extLst>
          </p:cNvPr>
          <p:cNvSpPr txBox="1"/>
          <p:nvPr/>
        </p:nvSpPr>
        <p:spPr>
          <a:xfrm>
            <a:off x="4350664" y="5327703"/>
            <a:ext cx="1892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Labor 55%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416342-C315-AA3C-4797-594718526E86}"/>
              </a:ext>
            </a:extLst>
          </p:cNvPr>
          <p:cNvSpPr txBox="1"/>
          <p:nvPr/>
        </p:nvSpPr>
        <p:spPr>
          <a:xfrm>
            <a:off x="225294" y="5327703"/>
            <a:ext cx="1334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Capital 45%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6B9363-8E4C-3CC4-207B-8F6BC977C7E9}"/>
              </a:ext>
            </a:extLst>
          </p:cNvPr>
          <p:cNvSpPr txBox="1"/>
          <p:nvPr/>
        </p:nvSpPr>
        <p:spPr>
          <a:xfrm>
            <a:off x="112005" y="4135809"/>
            <a:ext cx="2081144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Labor’s Capital 15%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15812C1E-509F-DC91-ADC0-4BCC3BA3F512}"/>
              </a:ext>
            </a:extLst>
          </p:cNvPr>
          <p:cNvSpPr/>
          <p:nvPr/>
        </p:nvSpPr>
        <p:spPr>
          <a:xfrm>
            <a:off x="2612571" y="3096666"/>
            <a:ext cx="581748" cy="553250"/>
          </a:xfrm>
          <a:prstGeom prst="downArrow">
            <a:avLst>
              <a:gd name="adj1" fmla="val 50000"/>
              <a:gd name="adj2" fmla="val 41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A3B70F63-99E8-ABE6-B018-AFBFE0000E18}"/>
              </a:ext>
            </a:extLst>
          </p:cNvPr>
          <p:cNvSpPr/>
          <p:nvPr/>
        </p:nvSpPr>
        <p:spPr>
          <a:xfrm>
            <a:off x="8446037" y="3127319"/>
            <a:ext cx="581748" cy="553250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21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108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Challenge #6 Youth &amp; Jobs</vt:lpstr>
      <vt:lpstr>PowerPoint Presentation</vt:lpstr>
    </vt:vector>
  </TitlesOfParts>
  <Company>WBG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Bannon</dc:creator>
  <cp:lastModifiedBy>Katie Bannon</cp:lastModifiedBy>
  <cp:revision>1</cp:revision>
  <dcterms:created xsi:type="dcterms:W3CDTF">2025-12-03T21:35:07Z</dcterms:created>
  <dcterms:modified xsi:type="dcterms:W3CDTF">2025-12-03T22:23:20Z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2025-12-03T21:39:43Z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03f50721-2df7-4449-a3ef-2cdc0806a792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Official Use Only</vt:lpwstr>
  </property>
</Properties>
</file>